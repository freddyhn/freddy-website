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479540" cy="647954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 userDrawn="1">
          <p15:clr>
            <a:srgbClr val="A4A3A4"/>
          </p15:clr>
        </p15:guide>
        <p15:guide id="2" pos="20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041"/>
        <p:guide pos="20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37190" y="864044"/>
            <a:ext cx="5208504" cy="242884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25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37190" y="3364331"/>
            <a:ext cx="5208504" cy="139131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00" spc="200"/>
            </a:lvl1pPr>
            <a:lvl2pPr marL="323850" indent="0" algn="ctr">
              <a:buNone/>
              <a:defRPr sz="1420"/>
            </a:lvl2pPr>
            <a:lvl3pPr marL="648335" indent="0" algn="ctr">
              <a:buNone/>
              <a:defRPr sz="1275"/>
            </a:lvl3pPr>
            <a:lvl4pPr marL="972185" indent="0" algn="ctr">
              <a:buNone/>
              <a:defRPr sz="1135"/>
            </a:lvl4pPr>
            <a:lvl5pPr marL="1296035" indent="0" algn="ctr">
              <a:buNone/>
              <a:defRPr sz="1135"/>
            </a:lvl5pPr>
            <a:lvl6pPr marL="1620520" indent="0" algn="ctr">
              <a:buNone/>
              <a:defRPr sz="1135"/>
            </a:lvl6pPr>
            <a:lvl7pPr marL="1944370" indent="0" algn="ctr">
              <a:buNone/>
              <a:defRPr sz="1135"/>
            </a:lvl7pPr>
            <a:lvl8pPr marL="2268220" indent="0" algn="ctr">
              <a:buNone/>
              <a:defRPr sz="1135"/>
            </a:lvl8pPr>
            <a:lvl9pPr marL="2592070" indent="0" algn="ctr">
              <a:buNone/>
              <a:defRPr sz="11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23379" y="574896"/>
            <a:ext cx="5830387" cy="66674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23379" y="1408324"/>
            <a:ext cx="5830387" cy="449711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058157" y="3636471"/>
            <a:ext cx="4129299" cy="72457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12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58157" y="4361043"/>
            <a:ext cx="4129299" cy="81982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2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23850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2pPr>
            <a:lvl3pPr marL="648335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3pPr>
            <a:lvl4pPr marL="972185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4pPr>
            <a:lvl5pPr marL="1296035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5pPr>
            <a:lvl6pPr marL="1620520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6pPr>
            <a:lvl7pPr marL="1944370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7pPr>
            <a:lvl8pPr marL="2268220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8pPr>
            <a:lvl9pPr marL="2592070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23379" y="574896"/>
            <a:ext cx="5830387" cy="66674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23379" y="1418530"/>
            <a:ext cx="2751590" cy="448690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07915" y="1418530"/>
            <a:ext cx="2751590" cy="448690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23379" y="574896"/>
            <a:ext cx="5830387" cy="66674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23379" y="1350495"/>
            <a:ext cx="2839611" cy="36058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2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3850" indent="0">
              <a:buNone/>
              <a:defRPr sz="1420" b="1"/>
            </a:lvl2pPr>
            <a:lvl3pPr marL="648335" indent="0">
              <a:buNone/>
              <a:defRPr sz="1275" b="1"/>
            </a:lvl3pPr>
            <a:lvl4pPr marL="972185" indent="0">
              <a:buNone/>
              <a:defRPr sz="1135" b="1"/>
            </a:lvl4pPr>
            <a:lvl5pPr marL="1296035" indent="0">
              <a:buNone/>
              <a:defRPr sz="1135" b="1"/>
            </a:lvl5pPr>
            <a:lvl6pPr marL="1620520" indent="0">
              <a:buNone/>
              <a:defRPr sz="1135" b="1"/>
            </a:lvl6pPr>
            <a:lvl7pPr marL="1944370" indent="0">
              <a:buNone/>
              <a:defRPr sz="1135" b="1"/>
            </a:lvl7pPr>
            <a:lvl8pPr marL="2268220" indent="0">
              <a:buNone/>
              <a:defRPr sz="1135" b="1"/>
            </a:lvl8pPr>
            <a:lvl9pPr marL="2592070" indent="0">
              <a:buNone/>
              <a:defRPr sz="11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23379" y="1751901"/>
            <a:ext cx="2839611" cy="4153536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314447" y="1343435"/>
            <a:ext cx="2839611" cy="36058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2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3850" indent="0">
              <a:buNone/>
              <a:defRPr sz="1420" b="1"/>
            </a:lvl2pPr>
            <a:lvl3pPr marL="648335" indent="0">
              <a:buNone/>
              <a:defRPr sz="1275" b="1"/>
            </a:lvl3pPr>
            <a:lvl4pPr marL="972185" indent="0">
              <a:buNone/>
              <a:defRPr sz="1135" b="1"/>
            </a:lvl4pPr>
            <a:lvl5pPr marL="1296035" indent="0">
              <a:buNone/>
              <a:defRPr sz="1135" b="1"/>
            </a:lvl5pPr>
            <a:lvl6pPr marL="1620520" indent="0">
              <a:buNone/>
              <a:defRPr sz="1135" b="1"/>
            </a:lvl6pPr>
            <a:lvl7pPr marL="1944370" indent="0">
              <a:buNone/>
              <a:defRPr sz="1135" b="1"/>
            </a:lvl7pPr>
            <a:lvl8pPr marL="2268220" indent="0">
              <a:buNone/>
              <a:defRPr sz="1135" b="1"/>
            </a:lvl8pPr>
            <a:lvl9pPr marL="2592070" indent="0">
              <a:buNone/>
              <a:defRPr sz="113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314447" y="1751901"/>
            <a:ext cx="2839611" cy="4153536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23379" y="574896"/>
            <a:ext cx="5830387" cy="66674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23379" y="1469556"/>
            <a:ext cx="2781503" cy="435424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375386" y="1469556"/>
            <a:ext cx="2778379" cy="435424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3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440036" y="864044"/>
            <a:ext cx="554910" cy="4752244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198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486025" y="864044"/>
            <a:ext cx="4873644" cy="4752244"/>
          </a:xfrm>
        </p:spPr>
        <p:txBody>
          <a:bodyPr vert="eaVert" lIns="46800" tIns="46800" rIns="46800" bIns="46800"/>
          <a:lstStyle>
            <a:lvl1pPr marL="161925" indent="-161925">
              <a:spcAft>
                <a:spcPts val="1000"/>
              </a:spcAft>
              <a:defRPr spc="300"/>
            </a:lvl1pPr>
            <a:lvl2pPr marL="485775" indent="-161925">
              <a:defRPr spc="300"/>
            </a:lvl2pPr>
            <a:lvl3pPr marL="809625" indent="-161925">
              <a:defRPr spc="300"/>
            </a:lvl3pPr>
            <a:lvl4pPr marL="1134110" indent="-161925">
              <a:defRPr spc="300"/>
            </a:lvl4pPr>
            <a:lvl5pPr marL="1457960" indent="-16192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23379" y="731376"/>
            <a:ext cx="5832300" cy="518086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37190" y="2347207"/>
            <a:ext cx="5208504" cy="962695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25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37190" y="3364331"/>
            <a:ext cx="5208504" cy="445629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23379" y="574896"/>
            <a:ext cx="5830387" cy="66674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23379" y="1408324"/>
            <a:ext cx="5830387" cy="449711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25292" y="5966669"/>
            <a:ext cx="1435113" cy="299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0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187750" y="5966669"/>
            <a:ext cx="2104833" cy="299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0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718652" y="5966669"/>
            <a:ext cx="1435113" cy="299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0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48335" rtl="0" eaLnBrk="1" fontAlgn="auto" latinLnBrk="0" hangingPunct="1">
        <a:lnSpc>
          <a:spcPct val="100000"/>
        </a:lnSpc>
        <a:spcBef>
          <a:spcPct val="0"/>
        </a:spcBef>
        <a:buNone/>
        <a:defRPr sz="255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61925" indent="-161925" algn="l" defTabSz="6483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2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485775" indent="-161925" algn="l" defTabSz="6483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140460" algn="l"/>
          <a:tab pos="1140460" algn="l"/>
          <a:tab pos="1140460" algn="l"/>
          <a:tab pos="1140460" algn="l"/>
        </a:tabLst>
        <a:defRPr sz="1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09625" indent="-161925" algn="l" defTabSz="6483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34110" indent="-161925" algn="l" defTabSz="6483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9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457960" indent="-161925" algn="l" defTabSz="6483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9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781810" indent="-161925" algn="l" defTabSz="648335" rtl="0" eaLnBrk="1" latinLnBrk="0" hangingPunct="1">
        <a:lnSpc>
          <a:spcPct val="90000"/>
        </a:lnSpc>
        <a:spcBef>
          <a:spcPct val="71000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106295" indent="-161925" algn="l" defTabSz="648335" rtl="0" eaLnBrk="1" latinLnBrk="0" hangingPunct="1">
        <a:lnSpc>
          <a:spcPct val="90000"/>
        </a:lnSpc>
        <a:spcBef>
          <a:spcPct val="71000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30145" indent="-161925" algn="l" defTabSz="648335" rtl="0" eaLnBrk="1" latinLnBrk="0" hangingPunct="1">
        <a:lnSpc>
          <a:spcPct val="90000"/>
        </a:lnSpc>
        <a:spcBef>
          <a:spcPct val="71000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53995" indent="-161925" algn="l" defTabSz="648335" rtl="0" eaLnBrk="1" latinLnBrk="0" hangingPunct="1">
        <a:lnSpc>
          <a:spcPct val="90000"/>
        </a:lnSpc>
        <a:spcBef>
          <a:spcPct val="71000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48335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23850" algn="l" defTabSz="648335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48335" algn="l" defTabSz="648335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972185" algn="l" defTabSz="648335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296035" algn="l" defTabSz="648335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620520" algn="l" defTabSz="648335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44370" algn="l" defTabSz="648335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68220" algn="l" defTabSz="648335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92070" algn="l" defTabSz="648335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>
            <a:off x="791845" y="2483485"/>
            <a:ext cx="4896000" cy="1512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47" h="1142">
                <a:moveTo>
                  <a:pt x="444" y="501"/>
                </a:moveTo>
                <a:lnTo>
                  <a:pt x="444" y="823"/>
                </a:lnTo>
                <a:lnTo>
                  <a:pt x="307" y="823"/>
                </a:lnTo>
                <a:lnTo>
                  <a:pt x="307" y="1138"/>
                </a:lnTo>
                <a:lnTo>
                  <a:pt x="0" y="1138"/>
                </a:lnTo>
                <a:lnTo>
                  <a:pt x="0" y="443"/>
                </a:lnTo>
                <a:cubicBezTo>
                  <a:pt x="0" y="365"/>
                  <a:pt x="13" y="298"/>
                  <a:pt x="40" y="243"/>
                </a:cubicBezTo>
                <a:cubicBezTo>
                  <a:pt x="74" y="172"/>
                  <a:pt x="126" y="114"/>
                  <a:pt x="195" y="70"/>
                </a:cubicBezTo>
                <a:cubicBezTo>
                  <a:pt x="264" y="25"/>
                  <a:pt x="336" y="3"/>
                  <a:pt x="411" y="3"/>
                </a:cubicBezTo>
                <a:lnTo>
                  <a:pt x="444" y="4"/>
                </a:lnTo>
                <a:lnTo>
                  <a:pt x="444" y="326"/>
                </a:lnTo>
                <a:cubicBezTo>
                  <a:pt x="437" y="325"/>
                  <a:pt x="432" y="325"/>
                  <a:pt x="428" y="325"/>
                </a:cubicBezTo>
                <a:cubicBezTo>
                  <a:pt x="390" y="325"/>
                  <a:pt x="360" y="338"/>
                  <a:pt x="339" y="363"/>
                </a:cubicBezTo>
                <a:cubicBezTo>
                  <a:pt x="318" y="389"/>
                  <a:pt x="307" y="426"/>
                  <a:pt x="307" y="473"/>
                </a:cubicBezTo>
                <a:lnTo>
                  <a:pt x="307" y="501"/>
                </a:lnTo>
                <a:lnTo>
                  <a:pt x="444" y="501"/>
                </a:lnTo>
                <a:close/>
                <a:moveTo>
                  <a:pt x="743" y="670"/>
                </a:moveTo>
                <a:lnTo>
                  <a:pt x="743" y="1138"/>
                </a:lnTo>
                <a:lnTo>
                  <a:pt x="553" y="1138"/>
                </a:lnTo>
                <a:lnTo>
                  <a:pt x="553" y="498"/>
                </a:lnTo>
                <a:lnTo>
                  <a:pt x="798" y="498"/>
                </a:lnTo>
                <a:cubicBezTo>
                  <a:pt x="872" y="498"/>
                  <a:pt x="930" y="516"/>
                  <a:pt x="971" y="553"/>
                </a:cubicBezTo>
                <a:cubicBezTo>
                  <a:pt x="1016" y="595"/>
                  <a:pt x="1039" y="647"/>
                  <a:pt x="1039" y="710"/>
                </a:cubicBezTo>
                <a:cubicBezTo>
                  <a:pt x="1039" y="775"/>
                  <a:pt x="1011" y="830"/>
                  <a:pt x="954" y="874"/>
                </a:cubicBezTo>
                <a:lnTo>
                  <a:pt x="1064" y="1138"/>
                </a:lnTo>
                <a:lnTo>
                  <a:pt x="864" y="1138"/>
                </a:lnTo>
                <a:lnTo>
                  <a:pt x="772" y="932"/>
                </a:lnTo>
                <a:lnTo>
                  <a:pt x="772" y="767"/>
                </a:lnTo>
                <a:lnTo>
                  <a:pt x="787" y="767"/>
                </a:lnTo>
                <a:cubicBezTo>
                  <a:pt x="827" y="767"/>
                  <a:pt x="847" y="750"/>
                  <a:pt x="847" y="715"/>
                </a:cubicBezTo>
                <a:cubicBezTo>
                  <a:pt x="847" y="685"/>
                  <a:pt x="824" y="670"/>
                  <a:pt x="778" y="670"/>
                </a:cubicBezTo>
                <a:lnTo>
                  <a:pt x="743" y="670"/>
                </a:lnTo>
                <a:close/>
                <a:moveTo>
                  <a:pt x="1468" y="747"/>
                </a:moveTo>
                <a:lnTo>
                  <a:pt x="1468" y="890"/>
                </a:lnTo>
                <a:lnTo>
                  <a:pt x="1344" y="890"/>
                </a:lnTo>
                <a:cubicBezTo>
                  <a:pt x="1327" y="890"/>
                  <a:pt x="1316" y="892"/>
                  <a:pt x="1309" y="897"/>
                </a:cubicBezTo>
                <a:cubicBezTo>
                  <a:pt x="1302" y="902"/>
                  <a:pt x="1298" y="911"/>
                  <a:pt x="1298" y="922"/>
                </a:cubicBezTo>
                <a:cubicBezTo>
                  <a:pt x="1298" y="936"/>
                  <a:pt x="1302" y="944"/>
                  <a:pt x="1309" y="949"/>
                </a:cubicBezTo>
                <a:cubicBezTo>
                  <a:pt x="1316" y="953"/>
                  <a:pt x="1331" y="955"/>
                  <a:pt x="1353" y="955"/>
                </a:cubicBezTo>
                <a:lnTo>
                  <a:pt x="1481" y="955"/>
                </a:lnTo>
                <a:lnTo>
                  <a:pt x="1481" y="1138"/>
                </a:lnTo>
                <a:lnTo>
                  <a:pt x="1331" y="1138"/>
                </a:lnTo>
                <a:cubicBezTo>
                  <a:pt x="1261" y="1138"/>
                  <a:pt x="1207" y="1121"/>
                  <a:pt x="1170" y="1088"/>
                </a:cubicBezTo>
                <a:cubicBezTo>
                  <a:pt x="1133" y="1054"/>
                  <a:pt x="1114" y="1005"/>
                  <a:pt x="1114" y="942"/>
                </a:cubicBezTo>
                <a:lnTo>
                  <a:pt x="1114" y="691"/>
                </a:lnTo>
                <a:cubicBezTo>
                  <a:pt x="1114" y="630"/>
                  <a:pt x="1132" y="582"/>
                  <a:pt x="1167" y="549"/>
                </a:cubicBezTo>
                <a:cubicBezTo>
                  <a:pt x="1202" y="515"/>
                  <a:pt x="1251" y="498"/>
                  <a:pt x="1315" y="498"/>
                </a:cubicBezTo>
                <a:lnTo>
                  <a:pt x="1481" y="498"/>
                </a:lnTo>
                <a:lnTo>
                  <a:pt x="1481" y="682"/>
                </a:lnTo>
                <a:lnTo>
                  <a:pt x="1359" y="682"/>
                </a:lnTo>
                <a:cubicBezTo>
                  <a:pt x="1326" y="682"/>
                  <a:pt x="1310" y="693"/>
                  <a:pt x="1310" y="714"/>
                </a:cubicBezTo>
                <a:cubicBezTo>
                  <a:pt x="1310" y="726"/>
                  <a:pt x="1314" y="735"/>
                  <a:pt x="1322" y="740"/>
                </a:cubicBezTo>
                <a:cubicBezTo>
                  <a:pt x="1330" y="745"/>
                  <a:pt x="1343" y="747"/>
                  <a:pt x="1363" y="747"/>
                </a:cubicBezTo>
                <a:lnTo>
                  <a:pt x="1468" y="747"/>
                </a:lnTo>
                <a:close/>
                <a:moveTo>
                  <a:pt x="1780" y="682"/>
                </a:moveTo>
                <a:lnTo>
                  <a:pt x="1780" y="1138"/>
                </a:lnTo>
                <a:lnTo>
                  <a:pt x="1590" y="1138"/>
                </a:lnTo>
                <a:lnTo>
                  <a:pt x="1590" y="498"/>
                </a:lnTo>
                <a:lnTo>
                  <a:pt x="1838" y="498"/>
                </a:lnTo>
                <a:cubicBezTo>
                  <a:pt x="1947" y="498"/>
                  <a:pt x="2032" y="523"/>
                  <a:pt x="2093" y="572"/>
                </a:cubicBezTo>
                <a:cubicBezTo>
                  <a:pt x="2166" y="631"/>
                  <a:pt x="2203" y="711"/>
                  <a:pt x="2203" y="813"/>
                </a:cubicBezTo>
                <a:cubicBezTo>
                  <a:pt x="2203" y="910"/>
                  <a:pt x="2172" y="989"/>
                  <a:pt x="2109" y="1050"/>
                </a:cubicBezTo>
                <a:cubicBezTo>
                  <a:pt x="2047" y="1111"/>
                  <a:pt x="1966" y="1142"/>
                  <a:pt x="1868" y="1142"/>
                </a:cubicBezTo>
                <a:cubicBezTo>
                  <a:pt x="1856" y="1142"/>
                  <a:pt x="1837" y="1141"/>
                  <a:pt x="1811" y="1140"/>
                </a:cubicBezTo>
                <a:lnTo>
                  <a:pt x="1811" y="952"/>
                </a:lnTo>
                <a:lnTo>
                  <a:pt x="1841" y="952"/>
                </a:lnTo>
                <a:cubicBezTo>
                  <a:pt x="1952" y="952"/>
                  <a:pt x="2008" y="906"/>
                  <a:pt x="2008" y="813"/>
                </a:cubicBezTo>
                <a:cubicBezTo>
                  <a:pt x="2008" y="726"/>
                  <a:pt x="1953" y="682"/>
                  <a:pt x="1844" y="682"/>
                </a:cubicBezTo>
                <a:lnTo>
                  <a:pt x="1780" y="682"/>
                </a:lnTo>
                <a:close/>
                <a:moveTo>
                  <a:pt x="2483" y="682"/>
                </a:moveTo>
                <a:lnTo>
                  <a:pt x="2483" y="1138"/>
                </a:lnTo>
                <a:lnTo>
                  <a:pt x="2293" y="1138"/>
                </a:lnTo>
                <a:lnTo>
                  <a:pt x="2293" y="498"/>
                </a:lnTo>
                <a:lnTo>
                  <a:pt x="2541" y="498"/>
                </a:lnTo>
                <a:cubicBezTo>
                  <a:pt x="2650" y="498"/>
                  <a:pt x="2735" y="523"/>
                  <a:pt x="2796" y="572"/>
                </a:cubicBezTo>
                <a:cubicBezTo>
                  <a:pt x="2869" y="631"/>
                  <a:pt x="2906" y="711"/>
                  <a:pt x="2906" y="813"/>
                </a:cubicBezTo>
                <a:cubicBezTo>
                  <a:pt x="2906" y="910"/>
                  <a:pt x="2875" y="989"/>
                  <a:pt x="2812" y="1050"/>
                </a:cubicBezTo>
                <a:cubicBezTo>
                  <a:pt x="2750" y="1111"/>
                  <a:pt x="2669" y="1142"/>
                  <a:pt x="2571" y="1142"/>
                </a:cubicBezTo>
                <a:cubicBezTo>
                  <a:pt x="2559" y="1142"/>
                  <a:pt x="2540" y="1141"/>
                  <a:pt x="2514" y="1140"/>
                </a:cubicBezTo>
                <a:lnTo>
                  <a:pt x="2514" y="952"/>
                </a:lnTo>
                <a:lnTo>
                  <a:pt x="2544" y="952"/>
                </a:lnTo>
                <a:cubicBezTo>
                  <a:pt x="2655" y="952"/>
                  <a:pt x="2711" y="906"/>
                  <a:pt x="2711" y="813"/>
                </a:cubicBezTo>
                <a:cubicBezTo>
                  <a:pt x="2711" y="726"/>
                  <a:pt x="2656" y="682"/>
                  <a:pt x="2547" y="682"/>
                </a:cubicBezTo>
                <a:lnTo>
                  <a:pt x="2483" y="682"/>
                </a:lnTo>
                <a:close/>
                <a:moveTo>
                  <a:pt x="3447" y="498"/>
                </a:moveTo>
                <a:lnTo>
                  <a:pt x="3266" y="783"/>
                </a:lnTo>
                <a:lnTo>
                  <a:pt x="3266" y="1138"/>
                </a:lnTo>
                <a:lnTo>
                  <a:pt x="3076" y="1138"/>
                </a:lnTo>
                <a:lnTo>
                  <a:pt x="3076" y="783"/>
                </a:lnTo>
                <a:lnTo>
                  <a:pt x="2894" y="498"/>
                </a:lnTo>
                <a:lnTo>
                  <a:pt x="3087" y="498"/>
                </a:lnTo>
                <a:lnTo>
                  <a:pt x="3169" y="630"/>
                </a:lnTo>
                <a:lnTo>
                  <a:pt x="3258" y="498"/>
                </a:lnTo>
                <a:lnTo>
                  <a:pt x="3447" y="498"/>
                </a:lnTo>
                <a:close/>
                <a:moveTo>
                  <a:pt x="2087" y="261"/>
                </a:moveTo>
                <a:cubicBezTo>
                  <a:pt x="2078" y="266"/>
                  <a:pt x="2077" y="278"/>
                  <a:pt x="2083" y="296"/>
                </a:cubicBezTo>
                <a:cubicBezTo>
                  <a:pt x="2094" y="299"/>
                  <a:pt x="2109" y="297"/>
                  <a:pt x="2127" y="291"/>
                </a:cubicBezTo>
                <a:cubicBezTo>
                  <a:pt x="2135" y="285"/>
                  <a:pt x="2137" y="275"/>
                  <a:pt x="2131" y="261"/>
                </a:cubicBezTo>
                <a:cubicBezTo>
                  <a:pt x="2119" y="258"/>
                  <a:pt x="2105" y="258"/>
                  <a:pt x="2087" y="261"/>
                </a:cubicBezTo>
                <a:close/>
                <a:moveTo>
                  <a:pt x="2083" y="234"/>
                </a:moveTo>
                <a:cubicBezTo>
                  <a:pt x="2103" y="237"/>
                  <a:pt x="2119" y="236"/>
                  <a:pt x="2131" y="230"/>
                </a:cubicBezTo>
                <a:cubicBezTo>
                  <a:pt x="2137" y="218"/>
                  <a:pt x="2137" y="208"/>
                  <a:pt x="2131" y="199"/>
                </a:cubicBezTo>
                <a:cubicBezTo>
                  <a:pt x="2105" y="194"/>
                  <a:pt x="2087" y="195"/>
                  <a:pt x="2078" y="204"/>
                </a:cubicBezTo>
                <a:cubicBezTo>
                  <a:pt x="2073" y="218"/>
                  <a:pt x="2074" y="229"/>
                  <a:pt x="2083" y="234"/>
                </a:cubicBezTo>
                <a:close/>
                <a:moveTo>
                  <a:pt x="2175" y="234"/>
                </a:moveTo>
                <a:cubicBezTo>
                  <a:pt x="2198" y="240"/>
                  <a:pt x="2218" y="240"/>
                  <a:pt x="2236" y="234"/>
                </a:cubicBezTo>
                <a:cubicBezTo>
                  <a:pt x="2239" y="223"/>
                  <a:pt x="2237" y="213"/>
                  <a:pt x="2232" y="204"/>
                </a:cubicBezTo>
                <a:cubicBezTo>
                  <a:pt x="2214" y="201"/>
                  <a:pt x="2197" y="199"/>
                  <a:pt x="2179" y="199"/>
                </a:cubicBezTo>
                <a:cubicBezTo>
                  <a:pt x="2173" y="211"/>
                  <a:pt x="2172" y="223"/>
                  <a:pt x="2175" y="234"/>
                </a:cubicBezTo>
                <a:close/>
                <a:moveTo>
                  <a:pt x="1991" y="151"/>
                </a:moveTo>
                <a:cubicBezTo>
                  <a:pt x="2008" y="166"/>
                  <a:pt x="2022" y="179"/>
                  <a:pt x="2030" y="191"/>
                </a:cubicBezTo>
                <a:cubicBezTo>
                  <a:pt x="2030" y="202"/>
                  <a:pt x="2027" y="208"/>
                  <a:pt x="2022" y="208"/>
                </a:cubicBezTo>
                <a:cubicBezTo>
                  <a:pt x="2004" y="208"/>
                  <a:pt x="1989" y="201"/>
                  <a:pt x="1978" y="186"/>
                </a:cubicBezTo>
                <a:cubicBezTo>
                  <a:pt x="1978" y="227"/>
                  <a:pt x="1981" y="266"/>
                  <a:pt x="1987" y="304"/>
                </a:cubicBezTo>
                <a:cubicBezTo>
                  <a:pt x="1987" y="319"/>
                  <a:pt x="1982" y="329"/>
                  <a:pt x="1973" y="335"/>
                </a:cubicBezTo>
                <a:cubicBezTo>
                  <a:pt x="1950" y="344"/>
                  <a:pt x="1937" y="336"/>
                  <a:pt x="1934" y="313"/>
                </a:cubicBezTo>
                <a:cubicBezTo>
                  <a:pt x="1937" y="258"/>
                  <a:pt x="1937" y="220"/>
                  <a:pt x="1934" y="199"/>
                </a:cubicBezTo>
                <a:cubicBezTo>
                  <a:pt x="1911" y="220"/>
                  <a:pt x="1892" y="234"/>
                  <a:pt x="1877" y="243"/>
                </a:cubicBezTo>
                <a:cubicBezTo>
                  <a:pt x="1848" y="261"/>
                  <a:pt x="1823" y="262"/>
                  <a:pt x="1803" y="248"/>
                </a:cubicBezTo>
                <a:cubicBezTo>
                  <a:pt x="1794" y="239"/>
                  <a:pt x="1790" y="231"/>
                  <a:pt x="1790" y="226"/>
                </a:cubicBezTo>
                <a:cubicBezTo>
                  <a:pt x="1793" y="223"/>
                  <a:pt x="1801" y="220"/>
                  <a:pt x="1816" y="217"/>
                </a:cubicBezTo>
                <a:cubicBezTo>
                  <a:pt x="1866" y="202"/>
                  <a:pt x="1914" y="172"/>
                  <a:pt x="1960" y="125"/>
                </a:cubicBezTo>
                <a:cubicBezTo>
                  <a:pt x="1966" y="116"/>
                  <a:pt x="1956" y="112"/>
                  <a:pt x="1930" y="112"/>
                </a:cubicBezTo>
                <a:cubicBezTo>
                  <a:pt x="1906" y="115"/>
                  <a:pt x="1884" y="119"/>
                  <a:pt x="1864" y="125"/>
                </a:cubicBezTo>
                <a:cubicBezTo>
                  <a:pt x="1849" y="125"/>
                  <a:pt x="1845" y="119"/>
                  <a:pt x="1851" y="108"/>
                </a:cubicBezTo>
                <a:cubicBezTo>
                  <a:pt x="1866" y="87"/>
                  <a:pt x="1882" y="80"/>
                  <a:pt x="1899" y="86"/>
                </a:cubicBezTo>
                <a:cubicBezTo>
                  <a:pt x="1919" y="89"/>
                  <a:pt x="1940" y="89"/>
                  <a:pt x="1960" y="86"/>
                </a:cubicBezTo>
                <a:cubicBezTo>
                  <a:pt x="1969" y="83"/>
                  <a:pt x="1976" y="80"/>
                  <a:pt x="1982" y="77"/>
                </a:cubicBezTo>
                <a:cubicBezTo>
                  <a:pt x="1991" y="77"/>
                  <a:pt x="2000" y="81"/>
                  <a:pt x="2008" y="90"/>
                </a:cubicBezTo>
                <a:cubicBezTo>
                  <a:pt x="2014" y="96"/>
                  <a:pt x="2016" y="103"/>
                  <a:pt x="2013" y="112"/>
                </a:cubicBezTo>
                <a:cubicBezTo>
                  <a:pt x="2007" y="121"/>
                  <a:pt x="2000" y="134"/>
                  <a:pt x="1991" y="151"/>
                </a:cubicBezTo>
                <a:close/>
                <a:moveTo>
                  <a:pt x="2175" y="291"/>
                </a:moveTo>
                <a:cubicBezTo>
                  <a:pt x="2195" y="294"/>
                  <a:pt x="2213" y="296"/>
                  <a:pt x="2227" y="296"/>
                </a:cubicBezTo>
                <a:cubicBezTo>
                  <a:pt x="2242" y="293"/>
                  <a:pt x="2246" y="281"/>
                  <a:pt x="2240" y="261"/>
                </a:cubicBezTo>
                <a:cubicBezTo>
                  <a:pt x="2217" y="258"/>
                  <a:pt x="2195" y="258"/>
                  <a:pt x="2175" y="261"/>
                </a:cubicBezTo>
                <a:cubicBezTo>
                  <a:pt x="2169" y="272"/>
                  <a:pt x="2169" y="283"/>
                  <a:pt x="2175" y="291"/>
                </a:cubicBezTo>
                <a:close/>
                <a:moveTo>
                  <a:pt x="1978" y="24"/>
                </a:moveTo>
                <a:cubicBezTo>
                  <a:pt x="1995" y="27"/>
                  <a:pt x="2004" y="30"/>
                  <a:pt x="2004" y="33"/>
                </a:cubicBezTo>
                <a:cubicBezTo>
                  <a:pt x="2010" y="42"/>
                  <a:pt x="2004" y="48"/>
                  <a:pt x="1987" y="51"/>
                </a:cubicBezTo>
                <a:cubicBezTo>
                  <a:pt x="1949" y="54"/>
                  <a:pt x="1912" y="51"/>
                  <a:pt x="1877" y="42"/>
                </a:cubicBezTo>
                <a:cubicBezTo>
                  <a:pt x="1868" y="33"/>
                  <a:pt x="1871" y="23"/>
                  <a:pt x="1886" y="11"/>
                </a:cubicBezTo>
                <a:cubicBezTo>
                  <a:pt x="1892" y="5"/>
                  <a:pt x="1899" y="3"/>
                  <a:pt x="1908" y="3"/>
                </a:cubicBezTo>
                <a:cubicBezTo>
                  <a:pt x="1922" y="8"/>
                  <a:pt x="1946" y="16"/>
                  <a:pt x="1978" y="24"/>
                </a:cubicBezTo>
                <a:close/>
                <a:moveTo>
                  <a:pt x="2280" y="46"/>
                </a:moveTo>
                <a:cubicBezTo>
                  <a:pt x="2204" y="40"/>
                  <a:pt x="2132" y="40"/>
                  <a:pt x="2065" y="46"/>
                </a:cubicBezTo>
                <a:cubicBezTo>
                  <a:pt x="2054" y="49"/>
                  <a:pt x="2043" y="52"/>
                  <a:pt x="2035" y="55"/>
                </a:cubicBezTo>
                <a:cubicBezTo>
                  <a:pt x="2020" y="55"/>
                  <a:pt x="2019" y="46"/>
                  <a:pt x="2030" y="29"/>
                </a:cubicBezTo>
                <a:cubicBezTo>
                  <a:pt x="2048" y="11"/>
                  <a:pt x="2065" y="5"/>
                  <a:pt x="2083" y="11"/>
                </a:cubicBezTo>
                <a:cubicBezTo>
                  <a:pt x="2100" y="14"/>
                  <a:pt x="2124" y="14"/>
                  <a:pt x="2153" y="11"/>
                </a:cubicBezTo>
                <a:cubicBezTo>
                  <a:pt x="2182" y="11"/>
                  <a:pt x="2211" y="13"/>
                  <a:pt x="2240" y="16"/>
                </a:cubicBezTo>
                <a:cubicBezTo>
                  <a:pt x="2272" y="16"/>
                  <a:pt x="2290" y="20"/>
                  <a:pt x="2293" y="29"/>
                </a:cubicBezTo>
                <a:cubicBezTo>
                  <a:pt x="2296" y="38"/>
                  <a:pt x="2291" y="43"/>
                  <a:pt x="2280" y="46"/>
                </a:cubicBezTo>
                <a:close/>
                <a:moveTo>
                  <a:pt x="2245" y="94"/>
                </a:moveTo>
                <a:cubicBezTo>
                  <a:pt x="2239" y="109"/>
                  <a:pt x="2236" y="126"/>
                  <a:pt x="2236" y="147"/>
                </a:cubicBezTo>
                <a:cubicBezTo>
                  <a:pt x="2236" y="153"/>
                  <a:pt x="2232" y="157"/>
                  <a:pt x="2223" y="160"/>
                </a:cubicBezTo>
                <a:cubicBezTo>
                  <a:pt x="2217" y="163"/>
                  <a:pt x="2207" y="161"/>
                  <a:pt x="2192" y="156"/>
                </a:cubicBezTo>
                <a:cubicBezTo>
                  <a:pt x="2169" y="150"/>
                  <a:pt x="2141" y="150"/>
                  <a:pt x="2109" y="156"/>
                </a:cubicBezTo>
                <a:cubicBezTo>
                  <a:pt x="2097" y="161"/>
                  <a:pt x="2089" y="163"/>
                  <a:pt x="2083" y="160"/>
                </a:cubicBezTo>
                <a:cubicBezTo>
                  <a:pt x="2071" y="157"/>
                  <a:pt x="2065" y="151"/>
                  <a:pt x="2065" y="143"/>
                </a:cubicBezTo>
                <a:cubicBezTo>
                  <a:pt x="2065" y="125"/>
                  <a:pt x="2062" y="109"/>
                  <a:pt x="2057" y="94"/>
                </a:cubicBezTo>
                <a:cubicBezTo>
                  <a:pt x="2054" y="86"/>
                  <a:pt x="2055" y="78"/>
                  <a:pt x="2061" y="73"/>
                </a:cubicBezTo>
                <a:cubicBezTo>
                  <a:pt x="2070" y="61"/>
                  <a:pt x="2083" y="59"/>
                  <a:pt x="2100" y="68"/>
                </a:cubicBezTo>
                <a:cubicBezTo>
                  <a:pt x="2121" y="71"/>
                  <a:pt x="2143" y="71"/>
                  <a:pt x="2166" y="68"/>
                </a:cubicBezTo>
                <a:cubicBezTo>
                  <a:pt x="2181" y="68"/>
                  <a:pt x="2194" y="70"/>
                  <a:pt x="2205" y="73"/>
                </a:cubicBezTo>
                <a:cubicBezTo>
                  <a:pt x="2217" y="64"/>
                  <a:pt x="2227" y="64"/>
                  <a:pt x="2236" y="73"/>
                </a:cubicBezTo>
                <a:cubicBezTo>
                  <a:pt x="2245" y="78"/>
                  <a:pt x="2248" y="86"/>
                  <a:pt x="2245" y="94"/>
                </a:cubicBezTo>
                <a:close/>
                <a:moveTo>
                  <a:pt x="2188" y="94"/>
                </a:moveTo>
                <a:cubicBezTo>
                  <a:pt x="2162" y="91"/>
                  <a:pt x="2137" y="91"/>
                  <a:pt x="2113" y="94"/>
                </a:cubicBezTo>
                <a:cubicBezTo>
                  <a:pt x="2102" y="100"/>
                  <a:pt x="2097" y="108"/>
                  <a:pt x="2100" y="116"/>
                </a:cubicBezTo>
                <a:cubicBezTo>
                  <a:pt x="2106" y="128"/>
                  <a:pt x="2112" y="132"/>
                  <a:pt x="2118" y="129"/>
                </a:cubicBezTo>
                <a:cubicBezTo>
                  <a:pt x="2138" y="126"/>
                  <a:pt x="2162" y="126"/>
                  <a:pt x="2188" y="129"/>
                </a:cubicBezTo>
                <a:cubicBezTo>
                  <a:pt x="2194" y="129"/>
                  <a:pt x="2198" y="126"/>
                  <a:pt x="2201" y="121"/>
                </a:cubicBezTo>
                <a:cubicBezTo>
                  <a:pt x="2204" y="106"/>
                  <a:pt x="2199" y="97"/>
                  <a:pt x="2188" y="94"/>
                </a:cubicBezTo>
                <a:close/>
                <a:moveTo>
                  <a:pt x="2293" y="204"/>
                </a:moveTo>
                <a:cubicBezTo>
                  <a:pt x="2290" y="218"/>
                  <a:pt x="2287" y="231"/>
                  <a:pt x="2284" y="243"/>
                </a:cubicBezTo>
                <a:cubicBezTo>
                  <a:pt x="2278" y="269"/>
                  <a:pt x="2277" y="293"/>
                  <a:pt x="2280" y="313"/>
                </a:cubicBezTo>
                <a:cubicBezTo>
                  <a:pt x="2280" y="325"/>
                  <a:pt x="2275" y="332"/>
                  <a:pt x="2267" y="335"/>
                </a:cubicBezTo>
                <a:cubicBezTo>
                  <a:pt x="2255" y="341"/>
                  <a:pt x="2243" y="341"/>
                  <a:pt x="2232" y="335"/>
                </a:cubicBezTo>
                <a:cubicBezTo>
                  <a:pt x="2208" y="329"/>
                  <a:pt x="2182" y="325"/>
                  <a:pt x="2153" y="322"/>
                </a:cubicBezTo>
                <a:cubicBezTo>
                  <a:pt x="2138" y="322"/>
                  <a:pt x="2124" y="322"/>
                  <a:pt x="2109" y="322"/>
                </a:cubicBezTo>
                <a:cubicBezTo>
                  <a:pt x="2094" y="325"/>
                  <a:pt x="2081" y="329"/>
                  <a:pt x="2070" y="335"/>
                </a:cubicBezTo>
                <a:cubicBezTo>
                  <a:pt x="2061" y="335"/>
                  <a:pt x="2055" y="334"/>
                  <a:pt x="2052" y="331"/>
                </a:cubicBezTo>
                <a:cubicBezTo>
                  <a:pt x="2043" y="325"/>
                  <a:pt x="2039" y="318"/>
                  <a:pt x="2039" y="309"/>
                </a:cubicBezTo>
                <a:cubicBezTo>
                  <a:pt x="2042" y="256"/>
                  <a:pt x="2041" y="220"/>
                  <a:pt x="2035" y="199"/>
                </a:cubicBezTo>
                <a:cubicBezTo>
                  <a:pt x="2035" y="179"/>
                  <a:pt x="2041" y="169"/>
                  <a:pt x="2052" y="169"/>
                </a:cubicBezTo>
                <a:cubicBezTo>
                  <a:pt x="2061" y="172"/>
                  <a:pt x="2070" y="175"/>
                  <a:pt x="2078" y="178"/>
                </a:cubicBezTo>
                <a:cubicBezTo>
                  <a:pt x="2105" y="172"/>
                  <a:pt x="2128" y="170"/>
                  <a:pt x="2148" y="173"/>
                </a:cubicBezTo>
                <a:cubicBezTo>
                  <a:pt x="2175" y="176"/>
                  <a:pt x="2201" y="179"/>
                  <a:pt x="2227" y="182"/>
                </a:cubicBezTo>
                <a:cubicBezTo>
                  <a:pt x="2245" y="173"/>
                  <a:pt x="2256" y="170"/>
                  <a:pt x="2262" y="173"/>
                </a:cubicBezTo>
                <a:cubicBezTo>
                  <a:pt x="2286" y="185"/>
                  <a:pt x="2296" y="195"/>
                  <a:pt x="2293" y="204"/>
                </a:cubicBezTo>
                <a:close/>
                <a:moveTo>
                  <a:pt x="2415" y="55"/>
                </a:moveTo>
                <a:cubicBezTo>
                  <a:pt x="2456" y="64"/>
                  <a:pt x="2501" y="67"/>
                  <a:pt x="2551" y="64"/>
                </a:cubicBezTo>
                <a:cubicBezTo>
                  <a:pt x="2557" y="70"/>
                  <a:pt x="2558" y="77"/>
                  <a:pt x="2555" y="86"/>
                </a:cubicBezTo>
                <a:cubicBezTo>
                  <a:pt x="2549" y="94"/>
                  <a:pt x="2531" y="97"/>
                  <a:pt x="2498" y="94"/>
                </a:cubicBezTo>
                <a:lnTo>
                  <a:pt x="2498" y="138"/>
                </a:lnTo>
                <a:lnTo>
                  <a:pt x="2533" y="138"/>
                </a:lnTo>
                <a:cubicBezTo>
                  <a:pt x="2536" y="141"/>
                  <a:pt x="2538" y="144"/>
                  <a:pt x="2538" y="147"/>
                </a:cubicBezTo>
                <a:cubicBezTo>
                  <a:pt x="2541" y="159"/>
                  <a:pt x="2536" y="164"/>
                  <a:pt x="2525" y="164"/>
                </a:cubicBezTo>
                <a:lnTo>
                  <a:pt x="2498" y="164"/>
                </a:lnTo>
                <a:lnTo>
                  <a:pt x="2498" y="221"/>
                </a:lnTo>
                <a:cubicBezTo>
                  <a:pt x="2522" y="218"/>
                  <a:pt x="2539" y="215"/>
                  <a:pt x="2551" y="213"/>
                </a:cubicBezTo>
                <a:cubicBezTo>
                  <a:pt x="2560" y="210"/>
                  <a:pt x="2564" y="214"/>
                  <a:pt x="2564" y="226"/>
                </a:cubicBezTo>
                <a:cubicBezTo>
                  <a:pt x="2564" y="231"/>
                  <a:pt x="2549" y="237"/>
                  <a:pt x="2520" y="243"/>
                </a:cubicBezTo>
                <a:cubicBezTo>
                  <a:pt x="2474" y="258"/>
                  <a:pt x="2428" y="269"/>
                  <a:pt x="2385" y="278"/>
                </a:cubicBezTo>
                <a:cubicBezTo>
                  <a:pt x="2376" y="281"/>
                  <a:pt x="2369" y="278"/>
                  <a:pt x="2363" y="269"/>
                </a:cubicBezTo>
                <a:cubicBezTo>
                  <a:pt x="2357" y="255"/>
                  <a:pt x="2358" y="245"/>
                  <a:pt x="2367" y="239"/>
                </a:cubicBezTo>
                <a:cubicBezTo>
                  <a:pt x="2393" y="233"/>
                  <a:pt x="2423" y="229"/>
                  <a:pt x="2455" y="226"/>
                </a:cubicBezTo>
                <a:lnTo>
                  <a:pt x="2455" y="164"/>
                </a:lnTo>
                <a:cubicBezTo>
                  <a:pt x="2437" y="161"/>
                  <a:pt x="2420" y="164"/>
                  <a:pt x="2402" y="173"/>
                </a:cubicBezTo>
                <a:cubicBezTo>
                  <a:pt x="2393" y="173"/>
                  <a:pt x="2388" y="170"/>
                  <a:pt x="2385" y="164"/>
                </a:cubicBezTo>
                <a:cubicBezTo>
                  <a:pt x="2391" y="147"/>
                  <a:pt x="2399" y="138"/>
                  <a:pt x="2411" y="138"/>
                </a:cubicBezTo>
                <a:cubicBezTo>
                  <a:pt x="2423" y="138"/>
                  <a:pt x="2437" y="138"/>
                  <a:pt x="2455" y="138"/>
                </a:cubicBezTo>
                <a:lnTo>
                  <a:pt x="2455" y="94"/>
                </a:lnTo>
                <a:cubicBezTo>
                  <a:pt x="2431" y="91"/>
                  <a:pt x="2412" y="94"/>
                  <a:pt x="2398" y="103"/>
                </a:cubicBezTo>
                <a:cubicBezTo>
                  <a:pt x="2389" y="103"/>
                  <a:pt x="2383" y="99"/>
                  <a:pt x="2380" y="90"/>
                </a:cubicBezTo>
                <a:cubicBezTo>
                  <a:pt x="2386" y="67"/>
                  <a:pt x="2398" y="55"/>
                  <a:pt x="2415" y="55"/>
                </a:cubicBezTo>
                <a:close/>
                <a:moveTo>
                  <a:pt x="2603" y="29"/>
                </a:moveTo>
                <a:cubicBezTo>
                  <a:pt x="2615" y="29"/>
                  <a:pt x="2621" y="35"/>
                  <a:pt x="2621" y="46"/>
                </a:cubicBezTo>
                <a:cubicBezTo>
                  <a:pt x="2618" y="73"/>
                  <a:pt x="2633" y="81"/>
                  <a:pt x="2665" y="73"/>
                </a:cubicBezTo>
                <a:lnTo>
                  <a:pt x="2665" y="24"/>
                </a:lnTo>
                <a:cubicBezTo>
                  <a:pt x="2665" y="10"/>
                  <a:pt x="2673" y="3"/>
                  <a:pt x="2691" y="3"/>
                </a:cubicBezTo>
                <a:cubicBezTo>
                  <a:pt x="2706" y="5"/>
                  <a:pt x="2713" y="16"/>
                  <a:pt x="2713" y="33"/>
                </a:cubicBezTo>
                <a:lnTo>
                  <a:pt x="2713" y="77"/>
                </a:lnTo>
                <a:cubicBezTo>
                  <a:pt x="2757" y="83"/>
                  <a:pt x="2776" y="71"/>
                  <a:pt x="2770" y="42"/>
                </a:cubicBezTo>
                <a:cubicBezTo>
                  <a:pt x="2776" y="30"/>
                  <a:pt x="2781" y="24"/>
                  <a:pt x="2787" y="24"/>
                </a:cubicBezTo>
                <a:cubicBezTo>
                  <a:pt x="2796" y="27"/>
                  <a:pt x="2802" y="35"/>
                  <a:pt x="2805" y="46"/>
                </a:cubicBezTo>
                <a:cubicBezTo>
                  <a:pt x="2802" y="61"/>
                  <a:pt x="2805" y="73"/>
                  <a:pt x="2813" y="81"/>
                </a:cubicBezTo>
                <a:cubicBezTo>
                  <a:pt x="2816" y="99"/>
                  <a:pt x="2809" y="108"/>
                  <a:pt x="2792" y="108"/>
                </a:cubicBezTo>
                <a:cubicBezTo>
                  <a:pt x="2774" y="102"/>
                  <a:pt x="2752" y="99"/>
                  <a:pt x="2726" y="99"/>
                </a:cubicBezTo>
                <a:cubicBezTo>
                  <a:pt x="2668" y="96"/>
                  <a:pt x="2625" y="99"/>
                  <a:pt x="2599" y="108"/>
                </a:cubicBezTo>
                <a:cubicBezTo>
                  <a:pt x="2584" y="110"/>
                  <a:pt x="2577" y="106"/>
                  <a:pt x="2577" y="94"/>
                </a:cubicBezTo>
                <a:cubicBezTo>
                  <a:pt x="2589" y="89"/>
                  <a:pt x="2593" y="71"/>
                  <a:pt x="2590" y="42"/>
                </a:cubicBezTo>
                <a:cubicBezTo>
                  <a:pt x="2590" y="36"/>
                  <a:pt x="2595" y="32"/>
                  <a:pt x="2603" y="29"/>
                </a:cubicBezTo>
                <a:close/>
                <a:moveTo>
                  <a:pt x="2573" y="121"/>
                </a:moveTo>
                <a:cubicBezTo>
                  <a:pt x="2590" y="126"/>
                  <a:pt x="2618" y="128"/>
                  <a:pt x="2656" y="125"/>
                </a:cubicBezTo>
                <a:lnTo>
                  <a:pt x="2787" y="125"/>
                </a:lnTo>
                <a:cubicBezTo>
                  <a:pt x="2854" y="125"/>
                  <a:pt x="2888" y="129"/>
                  <a:pt x="2888" y="138"/>
                </a:cubicBezTo>
                <a:cubicBezTo>
                  <a:pt x="2885" y="147"/>
                  <a:pt x="2879" y="156"/>
                  <a:pt x="2870" y="164"/>
                </a:cubicBezTo>
                <a:cubicBezTo>
                  <a:pt x="2853" y="179"/>
                  <a:pt x="2834" y="179"/>
                  <a:pt x="2813" y="164"/>
                </a:cubicBezTo>
                <a:cubicBezTo>
                  <a:pt x="2767" y="150"/>
                  <a:pt x="2732" y="144"/>
                  <a:pt x="2708" y="147"/>
                </a:cubicBezTo>
                <a:cubicBezTo>
                  <a:pt x="2706" y="159"/>
                  <a:pt x="2704" y="170"/>
                  <a:pt x="2704" y="182"/>
                </a:cubicBezTo>
                <a:cubicBezTo>
                  <a:pt x="2745" y="185"/>
                  <a:pt x="2773" y="182"/>
                  <a:pt x="2787" y="173"/>
                </a:cubicBezTo>
                <a:cubicBezTo>
                  <a:pt x="2811" y="173"/>
                  <a:pt x="2824" y="183"/>
                  <a:pt x="2827" y="204"/>
                </a:cubicBezTo>
                <a:cubicBezTo>
                  <a:pt x="2818" y="242"/>
                  <a:pt x="2816" y="281"/>
                  <a:pt x="2822" y="322"/>
                </a:cubicBezTo>
                <a:cubicBezTo>
                  <a:pt x="2816" y="334"/>
                  <a:pt x="2806" y="341"/>
                  <a:pt x="2792" y="344"/>
                </a:cubicBezTo>
                <a:cubicBezTo>
                  <a:pt x="2783" y="344"/>
                  <a:pt x="2777" y="339"/>
                  <a:pt x="2774" y="331"/>
                </a:cubicBezTo>
                <a:cubicBezTo>
                  <a:pt x="2774" y="293"/>
                  <a:pt x="2776" y="252"/>
                  <a:pt x="2778" y="208"/>
                </a:cubicBezTo>
                <a:cubicBezTo>
                  <a:pt x="2764" y="202"/>
                  <a:pt x="2751" y="202"/>
                  <a:pt x="2739" y="208"/>
                </a:cubicBezTo>
                <a:lnTo>
                  <a:pt x="2739" y="309"/>
                </a:lnTo>
                <a:cubicBezTo>
                  <a:pt x="2736" y="320"/>
                  <a:pt x="2730" y="326"/>
                  <a:pt x="2722" y="326"/>
                </a:cubicBezTo>
                <a:cubicBezTo>
                  <a:pt x="2707" y="329"/>
                  <a:pt x="2701" y="320"/>
                  <a:pt x="2704" y="300"/>
                </a:cubicBezTo>
                <a:lnTo>
                  <a:pt x="2704" y="208"/>
                </a:lnTo>
                <a:cubicBezTo>
                  <a:pt x="2687" y="205"/>
                  <a:pt x="2673" y="205"/>
                  <a:pt x="2665" y="208"/>
                </a:cubicBezTo>
                <a:lnTo>
                  <a:pt x="2665" y="309"/>
                </a:lnTo>
                <a:cubicBezTo>
                  <a:pt x="2662" y="318"/>
                  <a:pt x="2656" y="323"/>
                  <a:pt x="2647" y="326"/>
                </a:cubicBezTo>
                <a:cubicBezTo>
                  <a:pt x="2636" y="323"/>
                  <a:pt x="2631" y="315"/>
                  <a:pt x="2634" y="300"/>
                </a:cubicBezTo>
                <a:cubicBezTo>
                  <a:pt x="2637" y="271"/>
                  <a:pt x="2638" y="240"/>
                  <a:pt x="2638" y="208"/>
                </a:cubicBezTo>
                <a:cubicBezTo>
                  <a:pt x="2627" y="205"/>
                  <a:pt x="2619" y="205"/>
                  <a:pt x="2617" y="208"/>
                </a:cubicBezTo>
                <a:cubicBezTo>
                  <a:pt x="2614" y="220"/>
                  <a:pt x="2612" y="233"/>
                  <a:pt x="2612" y="248"/>
                </a:cubicBezTo>
                <a:cubicBezTo>
                  <a:pt x="2609" y="274"/>
                  <a:pt x="2598" y="296"/>
                  <a:pt x="2577" y="313"/>
                </a:cubicBezTo>
                <a:cubicBezTo>
                  <a:pt x="2551" y="328"/>
                  <a:pt x="2528" y="331"/>
                  <a:pt x="2507" y="322"/>
                </a:cubicBezTo>
                <a:cubicBezTo>
                  <a:pt x="2498" y="316"/>
                  <a:pt x="2493" y="309"/>
                  <a:pt x="2490" y="300"/>
                </a:cubicBezTo>
                <a:cubicBezTo>
                  <a:pt x="2490" y="294"/>
                  <a:pt x="2496" y="291"/>
                  <a:pt x="2507" y="291"/>
                </a:cubicBezTo>
                <a:cubicBezTo>
                  <a:pt x="2533" y="291"/>
                  <a:pt x="2554" y="281"/>
                  <a:pt x="2568" y="261"/>
                </a:cubicBezTo>
                <a:cubicBezTo>
                  <a:pt x="2580" y="231"/>
                  <a:pt x="2583" y="205"/>
                  <a:pt x="2577" y="182"/>
                </a:cubicBezTo>
                <a:cubicBezTo>
                  <a:pt x="2577" y="173"/>
                  <a:pt x="2584" y="169"/>
                  <a:pt x="2599" y="169"/>
                </a:cubicBezTo>
                <a:cubicBezTo>
                  <a:pt x="2617" y="178"/>
                  <a:pt x="2640" y="182"/>
                  <a:pt x="2669" y="182"/>
                </a:cubicBezTo>
                <a:cubicBezTo>
                  <a:pt x="2672" y="170"/>
                  <a:pt x="2673" y="159"/>
                  <a:pt x="2673" y="147"/>
                </a:cubicBezTo>
                <a:cubicBezTo>
                  <a:pt x="2630" y="147"/>
                  <a:pt x="2598" y="150"/>
                  <a:pt x="2577" y="156"/>
                </a:cubicBezTo>
                <a:cubicBezTo>
                  <a:pt x="2566" y="170"/>
                  <a:pt x="2554" y="172"/>
                  <a:pt x="2542" y="160"/>
                </a:cubicBezTo>
                <a:cubicBezTo>
                  <a:pt x="2545" y="140"/>
                  <a:pt x="2555" y="126"/>
                  <a:pt x="2573" y="121"/>
                </a:cubicBezTo>
                <a:close/>
                <a:moveTo>
                  <a:pt x="3150" y="291"/>
                </a:moveTo>
                <a:lnTo>
                  <a:pt x="3150" y="239"/>
                </a:lnTo>
                <a:cubicBezTo>
                  <a:pt x="3104" y="239"/>
                  <a:pt x="3076" y="240"/>
                  <a:pt x="3067" y="243"/>
                </a:cubicBezTo>
                <a:cubicBezTo>
                  <a:pt x="3058" y="249"/>
                  <a:pt x="3056" y="261"/>
                  <a:pt x="3058" y="278"/>
                </a:cubicBezTo>
                <a:cubicBezTo>
                  <a:pt x="3061" y="284"/>
                  <a:pt x="3064" y="288"/>
                  <a:pt x="3067" y="291"/>
                </a:cubicBezTo>
                <a:lnTo>
                  <a:pt x="3150" y="291"/>
                </a:lnTo>
                <a:close/>
                <a:moveTo>
                  <a:pt x="3295" y="256"/>
                </a:moveTo>
                <a:lnTo>
                  <a:pt x="3295" y="239"/>
                </a:lnTo>
                <a:lnTo>
                  <a:pt x="3207" y="239"/>
                </a:lnTo>
                <a:lnTo>
                  <a:pt x="3207" y="291"/>
                </a:lnTo>
                <a:lnTo>
                  <a:pt x="3273" y="291"/>
                </a:lnTo>
                <a:cubicBezTo>
                  <a:pt x="3287" y="291"/>
                  <a:pt x="3295" y="280"/>
                  <a:pt x="3295" y="256"/>
                </a:cubicBezTo>
                <a:close/>
                <a:moveTo>
                  <a:pt x="3207" y="213"/>
                </a:moveTo>
                <a:lnTo>
                  <a:pt x="3295" y="213"/>
                </a:lnTo>
                <a:lnTo>
                  <a:pt x="3295" y="182"/>
                </a:lnTo>
                <a:cubicBezTo>
                  <a:pt x="3295" y="170"/>
                  <a:pt x="3290" y="164"/>
                  <a:pt x="3282" y="164"/>
                </a:cubicBezTo>
                <a:lnTo>
                  <a:pt x="3207" y="164"/>
                </a:lnTo>
                <a:lnTo>
                  <a:pt x="3207" y="213"/>
                </a:lnTo>
                <a:close/>
                <a:moveTo>
                  <a:pt x="3150" y="164"/>
                </a:moveTo>
                <a:lnTo>
                  <a:pt x="3080" y="164"/>
                </a:lnTo>
                <a:cubicBezTo>
                  <a:pt x="3069" y="164"/>
                  <a:pt x="3061" y="169"/>
                  <a:pt x="3058" y="178"/>
                </a:cubicBezTo>
                <a:lnTo>
                  <a:pt x="3058" y="208"/>
                </a:lnTo>
                <a:cubicBezTo>
                  <a:pt x="3064" y="214"/>
                  <a:pt x="3095" y="215"/>
                  <a:pt x="3150" y="213"/>
                </a:cubicBezTo>
                <a:lnTo>
                  <a:pt x="3150" y="164"/>
                </a:lnTo>
                <a:close/>
                <a:moveTo>
                  <a:pt x="3041" y="129"/>
                </a:moveTo>
                <a:cubicBezTo>
                  <a:pt x="3064" y="135"/>
                  <a:pt x="3101" y="138"/>
                  <a:pt x="3150" y="138"/>
                </a:cubicBezTo>
                <a:cubicBezTo>
                  <a:pt x="3150" y="121"/>
                  <a:pt x="3149" y="109"/>
                  <a:pt x="3146" y="103"/>
                </a:cubicBezTo>
                <a:cubicBezTo>
                  <a:pt x="3146" y="89"/>
                  <a:pt x="3152" y="81"/>
                  <a:pt x="3163" y="81"/>
                </a:cubicBezTo>
                <a:cubicBezTo>
                  <a:pt x="3172" y="81"/>
                  <a:pt x="3182" y="84"/>
                  <a:pt x="3194" y="90"/>
                </a:cubicBezTo>
                <a:cubicBezTo>
                  <a:pt x="3206" y="102"/>
                  <a:pt x="3210" y="116"/>
                  <a:pt x="3207" y="134"/>
                </a:cubicBezTo>
                <a:lnTo>
                  <a:pt x="3277" y="138"/>
                </a:lnTo>
                <a:cubicBezTo>
                  <a:pt x="3289" y="135"/>
                  <a:pt x="3301" y="132"/>
                  <a:pt x="3312" y="129"/>
                </a:cubicBezTo>
                <a:cubicBezTo>
                  <a:pt x="3321" y="126"/>
                  <a:pt x="3333" y="134"/>
                  <a:pt x="3347" y="151"/>
                </a:cubicBezTo>
                <a:cubicBezTo>
                  <a:pt x="3353" y="157"/>
                  <a:pt x="3353" y="167"/>
                  <a:pt x="3347" y="182"/>
                </a:cubicBezTo>
                <a:cubicBezTo>
                  <a:pt x="3344" y="191"/>
                  <a:pt x="3343" y="198"/>
                  <a:pt x="3343" y="204"/>
                </a:cubicBezTo>
                <a:lnTo>
                  <a:pt x="3343" y="309"/>
                </a:lnTo>
                <a:cubicBezTo>
                  <a:pt x="3343" y="332"/>
                  <a:pt x="3330" y="344"/>
                  <a:pt x="3303" y="344"/>
                </a:cubicBezTo>
                <a:cubicBezTo>
                  <a:pt x="3289" y="332"/>
                  <a:pt x="3273" y="325"/>
                  <a:pt x="3255" y="322"/>
                </a:cubicBezTo>
                <a:cubicBezTo>
                  <a:pt x="3147" y="322"/>
                  <a:pt x="3085" y="323"/>
                  <a:pt x="3067" y="326"/>
                </a:cubicBezTo>
                <a:cubicBezTo>
                  <a:pt x="3056" y="332"/>
                  <a:pt x="3045" y="336"/>
                  <a:pt x="3037" y="339"/>
                </a:cubicBezTo>
                <a:cubicBezTo>
                  <a:pt x="3025" y="342"/>
                  <a:pt x="3018" y="338"/>
                  <a:pt x="3015" y="326"/>
                </a:cubicBezTo>
                <a:lnTo>
                  <a:pt x="3015" y="230"/>
                </a:lnTo>
                <a:cubicBezTo>
                  <a:pt x="3012" y="195"/>
                  <a:pt x="3009" y="169"/>
                  <a:pt x="3006" y="151"/>
                </a:cubicBezTo>
                <a:cubicBezTo>
                  <a:pt x="3003" y="140"/>
                  <a:pt x="3006" y="132"/>
                  <a:pt x="3015" y="129"/>
                </a:cubicBezTo>
                <a:cubicBezTo>
                  <a:pt x="3021" y="126"/>
                  <a:pt x="3029" y="126"/>
                  <a:pt x="3041" y="129"/>
                </a:cubicBezTo>
                <a:close/>
                <a:moveTo>
                  <a:pt x="3255" y="7"/>
                </a:moveTo>
                <a:cubicBezTo>
                  <a:pt x="3258" y="4"/>
                  <a:pt x="3264" y="3"/>
                  <a:pt x="3273" y="3"/>
                </a:cubicBezTo>
                <a:cubicBezTo>
                  <a:pt x="3284" y="5"/>
                  <a:pt x="3290" y="11"/>
                  <a:pt x="3290" y="20"/>
                </a:cubicBezTo>
                <a:cubicBezTo>
                  <a:pt x="3314" y="32"/>
                  <a:pt x="3344" y="40"/>
                  <a:pt x="3382" y="46"/>
                </a:cubicBezTo>
                <a:cubicBezTo>
                  <a:pt x="3406" y="52"/>
                  <a:pt x="3426" y="58"/>
                  <a:pt x="3443" y="64"/>
                </a:cubicBezTo>
                <a:cubicBezTo>
                  <a:pt x="3435" y="84"/>
                  <a:pt x="3424" y="97"/>
                  <a:pt x="3413" y="103"/>
                </a:cubicBezTo>
                <a:cubicBezTo>
                  <a:pt x="3401" y="106"/>
                  <a:pt x="3388" y="103"/>
                  <a:pt x="3373" y="94"/>
                </a:cubicBezTo>
                <a:cubicBezTo>
                  <a:pt x="3336" y="74"/>
                  <a:pt x="3308" y="61"/>
                  <a:pt x="3290" y="55"/>
                </a:cubicBezTo>
                <a:cubicBezTo>
                  <a:pt x="3287" y="61"/>
                  <a:pt x="3286" y="77"/>
                  <a:pt x="3286" y="103"/>
                </a:cubicBezTo>
                <a:cubicBezTo>
                  <a:pt x="3286" y="112"/>
                  <a:pt x="3280" y="115"/>
                  <a:pt x="3268" y="112"/>
                </a:cubicBezTo>
                <a:cubicBezTo>
                  <a:pt x="3257" y="112"/>
                  <a:pt x="3251" y="106"/>
                  <a:pt x="3251" y="94"/>
                </a:cubicBezTo>
                <a:cubicBezTo>
                  <a:pt x="3257" y="71"/>
                  <a:pt x="3255" y="59"/>
                  <a:pt x="3247" y="59"/>
                </a:cubicBezTo>
                <a:cubicBezTo>
                  <a:pt x="3235" y="71"/>
                  <a:pt x="3225" y="78"/>
                  <a:pt x="3216" y="81"/>
                </a:cubicBezTo>
                <a:cubicBezTo>
                  <a:pt x="3196" y="84"/>
                  <a:pt x="3187" y="81"/>
                  <a:pt x="3190" y="73"/>
                </a:cubicBezTo>
                <a:cubicBezTo>
                  <a:pt x="3210" y="58"/>
                  <a:pt x="3232" y="36"/>
                  <a:pt x="3255" y="7"/>
                </a:cubicBezTo>
                <a:close/>
                <a:moveTo>
                  <a:pt x="3093" y="3"/>
                </a:moveTo>
                <a:cubicBezTo>
                  <a:pt x="3105" y="-3"/>
                  <a:pt x="3112" y="1"/>
                  <a:pt x="3115" y="16"/>
                </a:cubicBezTo>
                <a:cubicBezTo>
                  <a:pt x="3127" y="24"/>
                  <a:pt x="3137" y="30"/>
                  <a:pt x="3146" y="33"/>
                </a:cubicBezTo>
                <a:cubicBezTo>
                  <a:pt x="3172" y="39"/>
                  <a:pt x="3185" y="48"/>
                  <a:pt x="3185" y="59"/>
                </a:cubicBezTo>
                <a:cubicBezTo>
                  <a:pt x="3182" y="62"/>
                  <a:pt x="3179" y="64"/>
                  <a:pt x="3177" y="64"/>
                </a:cubicBezTo>
                <a:cubicBezTo>
                  <a:pt x="3156" y="61"/>
                  <a:pt x="3136" y="58"/>
                  <a:pt x="3115" y="55"/>
                </a:cubicBezTo>
                <a:cubicBezTo>
                  <a:pt x="3112" y="67"/>
                  <a:pt x="3111" y="78"/>
                  <a:pt x="3111" y="90"/>
                </a:cubicBezTo>
                <a:cubicBezTo>
                  <a:pt x="3111" y="105"/>
                  <a:pt x="3105" y="112"/>
                  <a:pt x="3093" y="112"/>
                </a:cubicBezTo>
                <a:cubicBezTo>
                  <a:pt x="3082" y="112"/>
                  <a:pt x="3074" y="109"/>
                  <a:pt x="3072" y="103"/>
                </a:cubicBezTo>
                <a:cubicBezTo>
                  <a:pt x="3069" y="91"/>
                  <a:pt x="3067" y="80"/>
                  <a:pt x="3067" y="68"/>
                </a:cubicBezTo>
                <a:cubicBezTo>
                  <a:pt x="3067" y="59"/>
                  <a:pt x="3063" y="56"/>
                  <a:pt x="3054" y="59"/>
                </a:cubicBezTo>
                <a:cubicBezTo>
                  <a:pt x="3016" y="83"/>
                  <a:pt x="2984" y="94"/>
                  <a:pt x="2958" y="94"/>
                </a:cubicBezTo>
                <a:cubicBezTo>
                  <a:pt x="2929" y="86"/>
                  <a:pt x="2916" y="74"/>
                  <a:pt x="2918" y="59"/>
                </a:cubicBezTo>
                <a:cubicBezTo>
                  <a:pt x="2939" y="54"/>
                  <a:pt x="2958" y="49"/>
                  <a:pt x="2975" y="46"/>
                </a:cubicBezTo>
                <a:cubicBezTo>
                  <a:pt x="3028" y="38"/>
                  <a:pt x="3067" y="23"/>
                  <a:pt x="3093" y="3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 altLang="zh-CN" sz="4800" dirty="0" smtClean="0">
              <a:ln w="0"/>
              <a:solidFill>
                <a:schemeClr val="accent6"/>
              </a:solidFill>
              <a:effectLst/>
              <a:latin typeface="Bauhaus 93" panose="04030905020B02020C02" pitchFamily="8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Bauhaus 93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DEDO</cp:lastModifiedBy>
  <cp:revision>155</cp:revision>
  <dcterms:created xsi:type="dcterms:W3CDTF">2019-06-19T02:08:00Z</dcterms:created>
  <dcterms:modified xsi:type="dcterms:W3CDTF">2025-07-12T21:31:11Z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351102665FCD4385A7B0B3EA577B7D80_11</vt:lpwstr>
  </property>
</Properties>
</file>